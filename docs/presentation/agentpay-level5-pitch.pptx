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0c6ba45b964b81" /><Relationship Type="http://schemas.openxmlformats.org/officeDocument/2006/relationships/extended-properties" Target="/docProps/app.xml" Id="Rf588713c032b478a" /><Relationship Type="http://schemas.openxmlformats.org/officeDocument/2006/relationships/officeDocument" Target="/ppt/presentation.xml" Id="R2796f2da9c61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d15a05d374415a"/>
  </p:sldMasterIdLst>
  <p:notesMasterIdLst>
    <p:notesMasterId xmlns:r="http://schemas.openxmlformats.org/officeDocument/2006/relationships" r:id="R41c6433295be4cc6"/>
  </p:notesMasterIdLst>
  <p:sldIdLst>
    <p:sldId xmlns:r="http://schemas.openxmlformats.org/officeDocument/2006/relationships" id="256" r:id="Rcbcbbe0621e0477f"/>
    <p:sldId xmlns:r="http://schemas.openxmlformats.org/officeDocument/2006/relationships" id="257" r:id="Rb4631d97edad4bec"/>
    <p:sldId xmlns:r="http://schemas.openxmlformats.org/officeDocument/2006/relationships" id="258" r:id="R2c252f099c584280"/>
    <p:sldId xmlns:r="http://schemas.openxmlformats.org/officeDocument/2006/relationships" id="259" r:id="R347e3979e0354aff"/>
    <p:sldId xmlns:r="http://schemas.openxmlformats.org/officeDocument/2006/relationships" id="260" r:id="R4de3965636f94cdb"/>
    <p:sldId xmlns:r="http://schemas.openxmlformats.org/officeDocument/2006/relationships" id="261" r:id="Rc8fa96f4342d4f03"/>
    <p:sldId xmlns:r="http://schemas.openxmlformats.org/officeDocument/2006/relationships" id="262" r:id="R7d5356e6c1f74153"/>
    <p:sldId xmlns:r="http://schemas.openxmlformats.org/officeDocument/2006/relationships" id="263" r:id="Raffb2fa8c9a1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f04372185c499b" /><Relationship Type="http://schemas.openxmlformats.org/officeDocument/2006/relationships/slideMaster" Target="/ppt/slideMasters/slideMaster1.xml" Id="R4cd15a05d374415a" /><Relationship Type="http://schemas.openxmlformats.org/officeDocument/2006/relationships/notesMaster" Target="/ppt/notesMasters/notesMaster1.xml" Id="R41c6433295be4cc6" /><Relationship Type="http://schemas.openxmlformats.org/officeDocument/2006/relationships/presProps" Target="/ppt/presProps.xml" Id="Rf612118c7f994bd2" /><Relationship Type="http://schemas.openxmlformats.org/officeDocument/2006/relationships/tableStyles" Target="/ppt/tableStyles.xml" Id="R0ccc14f59ce249d1" /><Relationship Type="http://schemas.openxmlformats.org/officeDocument/2006/relationships/slide" Target="/ppt/slides/slide1.xml" Id="Rcbcbbe0621e0477f" /><Relationship Type="http://schemas.openxmlformats.org/officeDocument/2006/relationships/slide" Target="/ppt/slides/slide2.xml" Id="Rb4631d97edad4bec" /><Relationship Type="http://schemas.openxmlformats.org/officeDocument/2006/relationships/slide" Target="/ppt/slides/slide3.xml" Id="R2c252f099c584280" /><Relationship Type="http://schemas.openxmlformats.org/officeDocument/2006/relationships/slide" Target="/ppt/slides/slide4.xml" Id="R347e3979e0354aff" /><Relationship Type="http://schemas.openxmlformats.org/officeDocument/2006/relationships/slide" Target="/ppt/slides/slide5.xml" Id="R4de3965636f94cdb" /><Relationship Type="http://schemas.openxmlformats.org/officeDocument/2006/relationships/slide" Target="/ppt/slides/slide6.xml" Id="Rc8fa96f4342d4f03" /><Relationship Type="http://schemas.openxmlformats.org/officeDocument/2006/relationships/slide" Target="/ppt/slides/slide7.xml" Id="R7d5356e6c1f74153" /><Relationship Type="http://schemas.openxmlformats.org/officeDocument/2006/relationships/slide" Target="/ppt/slides/slide8.xml" Id="Raffb2fa8c9a1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a41fcbb02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991ebe468427d" /><Relationship Type="http://schemas.openxmlformats.org/officeDocument/2006/relationships/notesMaster" Target="/ppt/notesMasters/notesMaster1.xml" Id="Ref6189f69f18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32e35d16e4ebd" /><Relationship Type="http://schemas.openxmlformats.org/officeDocument/2006/relationships/notesMaster" Target="/ppt/notesMasters/notesMaster1.xml" Id="Rdeb15a2a180842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f533837fb424e" /><Relationship Type="http://schemas.openxmlformats.org/officeDocument/2006/relationships/notesMaster" Target="/ppt/notesMasters/notesMaster1.xml" Id="Rd0dba8bfd7254a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b6ce21c0e4f39" /><Relationship Type="http://schemas.openxmlformats.org/officeDocument/2006/relationships/notesMaster" Target="/ppt/notesMasters/notesMaster1.xml" Id="Rd148a4ec57914c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cefc5f869f4007" /><Relationship Type="http://schemas.openxmlformats.org/officeDocument/2006/relationships/notesMaster" Target="/ppt/notesMasters/notesMaster1.xml" Id="Rbd531116889a4b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f181a65644441" /><Relationship Type="http://schemas.openxmlformats.org/officeDocument/2006/relationships/notesMaster" Target="/ppt/notesMasters/notesMaster1.xml" Id="Ra56eb5549d47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999cef11de4301" /><Relationship Type="http://schemas.openxmlformats.org/officeDocument/2006/relationships/notesMaster" Target="/ppt/notesMasters/notesMaster1.xml" Id="R3df05e5fa4f0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4c61777664ee5" /><Relationship Type="http://schemas.openxmlformats.org/officeDocument/2006/relationships/notesMaster" Target="/ppt/notesMasters/notesMaster1.xml" Id="Rdacf99a41fd6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 and live demo (reviewed 2026-08-21)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AgentPay repository, README, and product screenshots (reviewed 2026-08-21)</a:t>
            </a:r>
          </a:p>
          <a:p xmlns:a="http://schemas.openxmlformats.org/drawingml/2006/main">
            <a:r>
              <a:t>- Stellar testnet RPC verification of recorded transaction hashes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db19a36bf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6615837c5e427b" /><Relationship Type="http://schemas.openxmlformats.org/officeDocument/2006/relationships/slideLayout" Target="/ppt/slideLayouts/slideLayout1.xml" Id="Ra89b06a247e9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b06a247e9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8e7d397c545be" /><Relationship Type="http://schemas.openxmlformats.org/officeDocument/2006/relationships/notesSlide" Target="/ppt/notesSlides/notesSlide1.xml" Id="R81d8ece8bbd749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d55aeffd4b90" /><Relationship Type="http://schemas.openxmlformats.org/officeDocument/2006/relationships/notesSlide" Target="/ppt/notesSlides/notesSlide2.xml" Id="R10c68acc5bcf45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34ef24dc048c4" /><Relationship Type="http://schemas.openxmlformats.org/officeDocument/2006/relationships/notesSlide" Target="/ppt/notesSlides/notesSlide3.xml" Id="Rdc56095f9a55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f5d176e154da2" /><Relationship Type="http://schemas.openxmlformats.org/officeDocument/2006/relationships/notesSlide" Target="/ppt/notesSlides/notesSlide4.xml" Id="R1f11a05664f6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1484f773a4b65" /><Relationship Type="http://schemas.openxmlformats.org/officeDocument/2006/relationships/notesSlide" Target="/ppt/notesSlides/notesSlide5.xml" Id="R690c87a4d8eb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ccc54464747e8" /><Relationship Type="http://schemas.openxmlformats.org/officeDocument/2006/relationships/notesSlide" Target="/ppt/notesSlides/notesSlide6.xml" Id="Rd28865ac65db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b50957c24265" /><Relationship Type="http://schemas.openxmlformats.org/officeDocument/2006/relationships/notesSlide" Target="/ppt/notesSlides/notesSlide7.xml" Id="R589ce62ec8554d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8a9c3ff1447e8" /><Relationship Type="http://schemas.openxmlformats.org/officeDocument/2006/relationships/notesSlide" Target="/ppt/notesSlides/notesSlide8.xml" Id="R308406db2a01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B30EA-7ABC-4A26-AAC4-CDD5C76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E5BB4-AABB-4F9D-85B9-B4D0AF7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PITCH +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56E42-E3C4-4D6A-B2CE-BD07510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AgentPay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03D3A-7A07-4DAB-9F98-E5B9774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1FAE5"/>
                </a:solidFill>
              </a:defRPr>
            </a:pPr>
            <a:r>
              <a:rPr sz="2550">
                <a:solidFill>
                  <a:srgbClr val="D1FAE5"/>
                </a:solidFill>
              </a:rPr>
              <a:t>AI work, paid simply.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BE42A-335F-44AC-B27F-A3606C4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A transparent payment rail for agent-to-agent services, built on Stellar Soroban.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337D3-0F08-4B4E-97AB-408041B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4095750" cy="4381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B49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2A50-56BC-4735-BC58-4FF15BD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08BA0-13FE-4DB4-AF4E-D57DA3AB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E1772-2E6A-4582-AFA6-1E734A55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3C958-97AF-4815-AA38-841AA5CD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89A80-609A-4F82-B51F-842CFDAD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84D8C-3B35-426A-AE5C-5A43A90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6A358-5349-410D-A0C8-FF29EC48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FAE5"/>
                </a:solidFill>
              </a:defRPr>
            </a:pPr>
            <a:r>
              <a:rPr sz="1800" b="1">
                <a:solidFill>
                  <a:srgbClr val="D1FAE5"/>
                </a:solidFill>
              </a:rPr>
              <a:t>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B4118-CA1E-4DEA-AE7F-11A9D63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Level 5 growth review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696748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8BB68-9A51-407D-9C6C-91E872B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249CE-ACBB-4EBC-9DCB-193C6D62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Agent ecosystems still need a payment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3CB2A-5FEA-442D-AC73-5FDD03A8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CD7C-7209-4224-B397-AADBCBF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D98"/>
                </a:solidFill>
              </a:defRPr>
            </a:pPr>
            <a:r>
              <a:rPr sz="1650">
                <a:solidFill>
                  <a:srgbClr val="627D98"/>
                </a:solidFill>
              </a:rPr>
              <a:t>Agents can discover and deliver useful work, but payment is often the least clear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17294-0223-4314-86C5-61A0713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0A18-7906-4829-8C42-0915B3C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Trust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BC4C7-69D7-4FED-9C15-EE06054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7D98"/>
                </a:solidFill>
              </a:defRPr>
            </a:pPr>
            <a:r>
              <a:rPr sz="1275">
                <a:solidFill>
                  <a:srgbClr val="627D98"/>
                </a:solidFill>
              </a:rPr>
              <a:t>A buyer wants confidence that funds move only when the work is accepted.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C8C6A-F966-4A9F-A00A-A6B60150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8FC0-D2D4-441E-82B7-8813EE4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Coordination tax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065BA-E1F1-4C77-857E-7AF4147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7D98"/>
                </a:solidFill>
              </a:defRPr>
            </a:pPr>
            <a:r>
              <a:rPr sz="1275">
                <a:solidFill>
                  <a:srgbClr val="627D98"/>
                </a:solidFill>
              </a:rPr>
              <a:t>Manual wallet hand-offs and vague status updates slow every transaction.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091BC-E414-4BA7-AC2D-C9BB213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A0CC9-5051-42FE-8907-C611229F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Hard to onboard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9B7D5-D63D-46CE-A169-832B9A5E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7D98"/>
                </a:solidFill>
              </a:defRPr>
            </a:pPr>
            <a:r>
              <a:rPr sz="1275">
                <a:solidFill>
                  <a:srgbClr val="627D98"/>
                </a:solidFill>
              </a:rPr>
              <a:t>Crypto-native controls can feel intimidating to a first-time user.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7B0DF-2267-43EE-B4E5-233417B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B10BD-15B9-457C-8FA2-31E92D7A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220"/>
                </a:solidFill>
              </a:defRPr>
            </a:pPr>
            <a:r>
              <a:rPr sz="900" b="1">
                <a:solidFill>
                  <a:srgbClr val="0B1220"/>
                </a:solidFill>
              </a:rPr>
              <a:t>PAYMENTS SHOULD FEEL LIKE A PRODUCT FLOW</a:t>
            </a:r>
          </a:p>
        </p:txBody>
      </p:sp>
    </p:spTree>
    <p:extLst>
      <p:ext uri="{BB962C8B-B14F-4D97-AF65-F5344CB8AC3E}">
        <p14:creationId xmlns:p14="http://schemas.microsoft.com/office/powerpoint/2010/main" val="331324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D0165-AB5E-4A0E-94CB-4A0CCFB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386B2-1B28-4A38-92FD-59D42BF0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 protected payment path between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0466A-AEE7-4F87-B55A-6F4D126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A192-4402-4166-985D-B5B0C94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D98"/>
                </a:solidFill>
              </a:defRPr>
            </a:pPr>
            <a:r>
              <a:rPr sz="1650">
                <a:solidFill>
                  <a:srgbClr val="627D98"/>
                </a:solidFill>
              </a:rPr>
              <a:t>AgentPay combines a simple marketplace UI with escrow-like Soroban contract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679F-EE03-4E48-9922-4BEDACC6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2133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7A05-2243-4A89-B00C-052AD17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A4480-EB21-43E8-BEF7-3D79F03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Browse a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599AB-DC9D-432B-9698-69C725B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A30B1-B571-4F4A-B40E-9C0AFEA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2133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BFF3E-CF24-48C7-973D-10002E79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75A43-F2FB-459C-AB24-0EF373C9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Approve the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0FCD3-5662-4A9F-8CAE-A787FB23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16E0E-DF34-41B6-8D23-33269AC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133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58D67-A816-44EC-A004-E7DEE6D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59A81-3205-4082-9150-5FE871E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Provider delivers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041D-FE87-4A5E-9D71-E3476FF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8F214-372C-487A-86CC-DC0E3D2F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133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2F7FF-E6B8-4E62-8AA5-34C6D3B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75132-C6CC-44A7-81DD-172CD713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Release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C4F55-3A1A-4348-B3D7-FEB9FAFB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Every state change is visible, attributable, and testable on Stellar testnet.</a:t>
            </a:r>
          </a:p>
        </p:txBody>
      </p:sp>
    </p:spTree>
    <p:extLst>
      <p:ext uri="{BB962C8B-B14F-4D97-AF65-F5344CB8AC3E}">
        <p14:creationId xmlns:p14="http://schemas.microsoft.com/office/powerpoint/2010/main" val="1406997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99B54-56C2-4B78-8635-7CB26BA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03 / 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E0385-2060-4AF1-8C85-10700C3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 wedge into every payable agent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004A5-D67D-44C0-BE11-744A47ED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2ACD5-0BC6-4EA9-9694-ED3DFFA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27D98"/>
                </a:solidFill>
              </a:defRPr>
            </a:pPr>
            <a:r>
              <a:rPr sz="1575">
                <a:solidFill>
                  <a:srgbClr val="627D98"/>
                </a:solidFill>
              </a:rPr>
              <a:t>The opportunity is qualitative and broad: wherever an agent can deliver a discrete outcome, it can become a payable service.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E5713-27B5-44A7-8FC3-2BAF9203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238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33C61-E95E-4FF0-A2AB-B00EEFDE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F4CD1-169E-466C-B3C5-BAB5283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</a:defRPr>
            </a:pPr>
            <a:r>
              <a:rPr sz="1200">
                <a:solidFill>
                  <a:srgbClr val="627D98"/>
                </a:solidFill>
              </a:rPr>
              <a:t>source checks · competitive scans · briefs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609CD-B3AA-47C1-B0CF-57BB3A3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3238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52324-0197-409F-847A-9338152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Content 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13AFC-406F-4ED4-A0B0-AE0B5F24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</a:defRPr>
            </a:pPr>
            <a:r>
              <a:rPr sz="1200">
                <a:solidFill>
                  <a:srgbClr val="627D98"/>
                </a:solidFill>
              </a:rPr>
              <a:t>drafts · localization · repurposing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9927B-1A74-4E10-B103-E4F2F97A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3238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1F3D8-044D-4791-9702-34D8628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Developer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B2F79-B387-42C8-B2FB-76A7659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</a:defRPr>
            </a:pPr>
            <a:r>
              <a:rPr sz="1200">
                <a:solidFill>
                  <a:srgbClr val="627D98"/>
                </a:solidFill>
              </a:rPr>
              <a:t>tests · fixes · deploy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A5BF3-695F-4E3C-BD0B-DA9DEB9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28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F8504-6E93-49EE-B7B0-A6F22F8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79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Advantage: transparent settlement + Stellar rails + a calmer onboarding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1714274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1DF90-DEFB-4694-B183-3F0D096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04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451C9-A1A4-4071-8683-4169C84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Small surface area, real on-chain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D396A-1CA2-4744-805D-A2B3E4C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DE3D0-A3AC-4060-A9B6-C149E70A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FF5C-6140-4261-B28C-5D230B7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Wallet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17C5-2053-4807-809C-73D020E1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D98"/>
                </a:solidFill>
              </a:defRPr>
            </a:pPr>
            <a:r>
              <a:rPr sz="1125">
                <a:solidFill>
                  <a:srgbClr val="627D98"/>
                </a:solidFill>
              </a:rPr>
              <a:t>Freighter / Stellar 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2AB8B-69E6-4BF5-9D8C-600E04B4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243DB-AF1A-48D9-9B4F-A81EB9D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08F78-A20A-44FF-882A-64826D7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Web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2A0B-79ED-4C2D-B7A3-3A2E86D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D98"/>
                </a:solidFill>
              </a:defRPr>
            </a:pPr>
            <a:r>
              <a:rPr sz="1125">
                <a:solidFill>
                  <a:srgbClr val="627D98"/>
                </a:solidFill>
              </a:rPr>
              <a:t>Next.js + TypeScript + Stellar SDK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17445-1B57-41E5-9962-C8DDDA8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29DD1-3681-4FA9-89A3-3537016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1940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045A6-451C-4206-A39D-D7C5215A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24756-B3DD-43CA-A932-C7146BA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D98"/>
                </a:solidFill>
              </a:defRPr>
            </a:pPr>
            <a:r>
              <a:rPr sz="1125">
                <a:solidFill>
                  <a:srgbClr val="627D98"/>
                </a:solidFill>
              </a:rPr>
              <a:t>Rust / Soroban AgentPay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1F0F4-50D8-4143-A508-559ABA3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EF71E-C89C-49F3-ABD3-2DC69B1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FFF59-AE03-48A0-9EBA-30C80ED5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63B15-52E8-4754-9E26-0947034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D98"/>
                </a:solidFill>
              </a:defRPr>
            </a:pPr>
            <a:r>
              <a:rPr sz="1125">
                <a:solidFill>
                  <a:srgbClr val="627D98"/>
                </a:solidFill>
              </a:rPr>
              <a:t>Stellar Soroban testnet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54289-8431-4AC5-BC84-E935079D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Contract: CDUYOG6TTDD6NPLE27U4VTAXYJSMYGMYSCKBORZ6IZ4H3X7UGLHXMJ2F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AA4B3-DD16-4C87-8A6A-28711AA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</a:defRPr>
            </a:pPr>
            <a:r>
              <a:rPr sz="1350">
                <a:solidFill>
                  <a:srgbClr val="627D98"/>
                </a:solidFill>
              </a:rPr>
              <a:t>The same flow is exercised locally, in the browser, and by the Level 5 testnet runner.</a:t>
            </a:r>
          </a:p>
        </p:txBody>
      </p:sp>
    </p:spTree>
    <p:extLst>
      <p:ext uri="{BB962C8B-B14F-4D97-AF65-F5344CB8AC3E}">
        <p14:creationId xmlns:p14="http://schemas.microsoft.com/office/powerpoint/2010/main" val="1031945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843B3-B338-40F2-A914-D3C805B9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 / 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9B1CE-5A16-4C97-B92F-746D4617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Growth is a measurable 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0DCD1-A7E3-43DE-B0C3-A8F62A4C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82E94-DD9C-4845-9C08-91BCD16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D11AA-C32A-4751-AC8B-CE88CC4B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7FB37-A3E6-477F-BD88-041356BB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  <a:r>
              <a:rPr sz="975">
                <a:solidFill>
                  <a:srgbClr val="627D98"/>
                </a:solidFill>
              </a:rPr>
              <a:t>testnet wallets scheduled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D70B6-034E-4FB4-A57C-1D201986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A39F1-B9DD-4F7F-BAF3-BB81EF4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2–3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B7AD0-898B-410D-8716-0D5380B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  <a:r>
              <a:rPr sz="975">
                <a:solidFill>
                  <a:srgbClr val="627D98"/>
                </a:solidFill>
              </a:rPr>
              <a:t>random interval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96F77-4637-4F5E-B651-18F4AAB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D323E-D408-4A9B-BDED-C851856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10D6F-CDC3-420D-A933-593EE149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  <a:r>
              <a:rPr sz="975">
                <a:solidFill>
                  <a:srgbClr val="627D98"/>
                </a:solidFill>
              </a:rPr>
              <a:t>verified testnet interactions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D57E6-8568-440F-93E8-CCDAA7D7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20B61-406E-4177-86FF-9AE7EBD6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34CCA-15F4-4D3A-A0F1-E4BAB18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  <a:r>
              <a:rPr sz="975">
                <a:solidFill>
                  <a:srgbClr val="627D98"/>
                </a:solidFill>
              </a:rPr>
              <a:t>meaningful commits already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814BD-0710-46E5-B646-F50A5BC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E29FC-C071-4769-A985-40FDF01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478F2-4BD3-4758-9197-381F0C5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B0682-D95A-44DF-B145-13F7194B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434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94990-78AF-49B3-ACCA-0AA1B2F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CD3E7-6ED8-46F2-8FFA-9BE88E5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1C025-3130-4228-8817-CAB7F57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B9C32-3438-4A3C-8984-EC733DED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Improve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36B19-F4BA-4B31-8F7C-16D548A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5D97B-5824-4A5E-A86D-A81EF808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434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0ED6E-82B1-404C-B850-C5F7DBC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759D2-4A14-48BD-97D0-05118D4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7D98"/>
                </a:solidFill>
              </a:defRPr>
            </a:pPr>
            <a:r>
              <a:rPr sz="1275">
                <a:solidFill>
                  <a:srgbClr val="627D98"/>
                </a:solidFill>
              </a:rPr>
              <a:t>A Google Form captures name, email, wallet, rating, and improvement ideas; the workbook turns responses into the next sprint.</a:t>
            </a:r>
          </a:p>
        </p:txBody>
      </p:sp>
    </p:spTree>
    <p:extLst>
      <p:ext uri="{BB962C8B-B14F-4D97-AF65-F5344CB8AC3E}">
        <p14:creationId xmlns:p14="http://schemas.microsoft.com/office/powerpoint/2010/main" val="1073106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AB422-C416-40D3-95C5-E15BB9C1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06 / ITERATION +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78076-26A3-4428-9EF0-81FFEA66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Feedback already changed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E9994-76BB-4621-B99E-E5ACBB39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835F5-DAB6-40F6-A881-1FFACA5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94193-395D-461E-8574-6037867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Applied from user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EB26E-F97F-4BA1-80FB-4EE12FD2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2D9D-12FC-45F3-B670-7308423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</a:defRPr>
            </a:pPr>
            <a:r>
              <a:rPr sz="1275">
                <a:solidFill>
                  <a:srgbClr val="102A43"/>
                </a:solidFill>
              </a:rPr>
              <a:t>New home page explains the product in one glance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19681-A83F-43F0-BD96-64454C1F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1D972-A880-4146-BFBF-8A87B5D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</a:defRPr>
            </a:pPr>
            <a:r>
              <a:rPr sz="1275">
                <a:solidFill>
                  <a:srgbClr val="102A43"/>
                </a:solidFill>
              </a:rPr>
              <a:t>Simplified navigation and plain-language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5A799-8B9E-425F-8572-B69DDE17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1946B-140D-42D8-ABCA-D293A7B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</a:defRPr>
            </a:pPr>
            <a:r>
              <a:rPr sz="1275">
                <a:solidFill>
                  <a:srgbClr val="102A43"/>
                </a:solidFill>
              </a:rPr>
              <a:t>Mobile layouts and screenshot proof added to README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525DB-84C6-4542-9BE4-97E68F9F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89CC3-941D-41B3-81D7-31A7E5FF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Next phase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1E71F-BBB0-463E-902F-F9F1E35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5A164-1AC8-44B7-8A60-B648DE13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Publish authenticated feedback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C8A52-B420-4C1E-8F82-378EDAE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8729E-9BF0-40D7-B043-0FD6B931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Add provider discovery + analytics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F7E7C-D270-4A60-94D1-25328BEA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44935-7788-4C27-99B6-93FC0D0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10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Close 50-wallet cohort and review 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C17F0-B68A-426C-9042-C14552C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5970F-10F6-4DDE-8630-1C7676D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86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Prepare mainnet safety checklist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5EF73-7B10-42E3-8AEB-743E92A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Iteration commit: github.com/vaaish03/agentpay/commit/fb9b20e</a:t>
            </a:r>
          </a:p>
        </p:txBody>
      </p:sp>
    </p:spTree>
    <p:extLst>
      <p:ext uri="{BB962C8B-B14F-4D97-AF65-F5344CB8AC3E}">
        <p14:creationId xmlns:p14="http://schemas.microsoft.com/office/powerpoint/2010/main" val="998206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BC91A-B1E3-49C2-AACB-0FDCBB2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07 / DEMO +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301F9-25B3-4740-A272-AC690DF6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See the flow, then join the test cohort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F21E8-8098-4DA7-9836-BFF34E7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DD667-10F3-47DC-BAD7-18EA31E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FCC58-4131-496C-99BC-069A300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1. Connect a Stellar wallet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81420-EDA3-467C-8C80-B787876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2. Browse or register a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02260-7DAE-411F-A6D6-64791D4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3. Approve a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C4826-8C7D-4699-BAD7-6AE9390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4. Verify the contract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F2DCF-CC61-411E-8BF9-11E6F90C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686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AA3F9-A9F9-42AD-A876-912BEFF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95326-7229-426A-8BBB-D5C3ABD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agentpay-seven.vercel.app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98874-4F42-4A07-8961-120A8BC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87BC2-1956-46EE-A334-A184F7DB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220"/>
                </a:solidFill>
              </a:defRPr>
            </a:pPr>
            <a:r>
              <a:rPr sz="1425">
                <a:solidFill>
                  <a:srgbClr val="0B1220"/>
                </a:solidFill>
              </a:rPr>
              <a:t>github.com/vaaish03/agentpay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D64E-5D0E-4232-BF1F-825C13BD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Ask: 50 test users, 5 minutes each, and honest feedback.</a:t>
            </a:r>
          </a:p>
        </p:txBody>
      </p:sp>
    </p:spTree>
    <p:extLst>
      <p:ext uri="{BB962C8B-B14F-4D97-AF65-F5344CB8AC3E}">
        <p14:creationId xmlns:p14="http://schemas.microsoft.com/office/powerpoint/2010/main" val="133242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2026-08-21T06:41:00.6360000Z</dcterms:created>
  <dcterms:modified xsi:type="dcterms:W3CDTF">2026-08-21T06:41:00.6360000Z</dcterms:modified>
</coreProperties>
</file>